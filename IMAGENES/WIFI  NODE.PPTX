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90CF2-A9DA-4FDC-B94F-DCADA1831C24}" type="datetimeFigureOut">
              <a:rPr lang="es-MX" smtClean="0"/>
              <a:t>06/08/2020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2A2C1-9CFE-47C9-A644-A91E0368AF2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0487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90CF2-A9DA-4FDC-B94F-DCADA1831C24}" type="datetimeFigureOut">
              <a:rPr lang="es-MX" smtClean="0"/>
              <a:t>06/08/2020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2A2C1-9CFE-47C9-A644-A91E0368AF2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43516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90CF2-A9DA-4FDC-B94F-DCADA1831C24}" type="datetimeFigureOut">
              <a:rPr lang="es-MX" smtClean="0"/>
              <a:t>06/08/2020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2A2C1-9CFE-47C9-A644-A91E0368AF2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77538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90CF2-A9DA-4FDC-B94F-DCADA1831C24}" type="datetimeFigureOut">
              <a:rPr lang="es-MX" smtClean="0"/>
              <a:t>06/08/2020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2A2C1-9CFE-47C9-A644-A91E0368AF2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260396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90CF2-A9DA-4FDC-B94F-DCADA1831C24}" type="datetimeFigureOut">
              <a:rPr lang="es-MX" smtClean="0"/>
              <a:t>06/08/2020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2A2C1-9CFE-47C9-A644-A91E0368AF2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145701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90CF2-A9DA-4FDC-B94F-DCADA1831C24}" type="datetimeFigureOut">
              <a:rPr lang="es-MX" smtClean="0"/>
              <a:t>06/08/2020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2A2C1-9CFE-47C9-A644-A91E0368AF2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04957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90CF2-A9DA-4FDC-B94F-DCADA1831C24}" type="datetimeFigureOut">
              <a:rPr lang="es-MX" smtClean="0"/>
              <a:t>06/08/2020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2A2C1-9CFE-47C9-A644-A91E0368AF2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01260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90CF2-A9DA-4FDC-B94F-DCADA1831C24}" type="datetimeFigureOut">
              <a:rPr lang="es-MX" smtClean="0"/>
              <a:t>06/08/2020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2A2C1-9CFE-47C9-A644-A91E0368AF2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041778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90CF2-A9DA-4FDC-B94F-DCADA1831C24}" type="datetimeFigureOut">
              <a:rPr lang="es-MX" smtClean="0"/>
              <a:t>06/08/2020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2A2C1-9CFE-47C9-A644-A91E0368AF2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806765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90CF2-A9DA-4FDC-B94F-DCADA1831C24}" type="datetimeFigureOut">
              <a:rPr lang="es-MX" smtClean="0"/>
              <a:t>06/08/2020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2A2C1-9CFE-47C9-A644-A91E0368AF2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350510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90CF2-A9DA-4FDC-B94F-DCADA1831C24}" type="datetimeFigureOut">
              <a:rPr lang="es-MX" smtClean="0"/>
              <a:t>06/08/2020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2A2C1-9CFE-47C9-A644-A91E0368AF2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071642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E90CF2-A9DA-4FDC-B94F-DCADA1831C24}" type="datetimeFigureOut">
              <a:rPr lang="es-MX" smtClean="0"/>
              <a:t>06/08/2020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52A2C1-9CFE-47C9-A644-A91E0368AF2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4969395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A644C42A-00C5-49E3-99A1-A640B10AA7A2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6" name="Gráfico 5" descr="Nube">
            <a:extLst>
              <a:ext uri="{FF2B5EF4-FFF2-40B4-BE49-F238E27FC236}">
                <a16:creationId xmlns:a16="http://schemas.microsoft.com/office/drawing/2014/main" id="{902BD0D4-047B-4A06-A085-66166940E4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31077" y="3027785"/>
            <a:ext cx="2662468" cy="2662468"/>
          </a:xfrm>
          <a:prstGeom prst="rect">
            <a:avLst/>
          </a:prstGeom>
        </p:spPr>
      </p:pic>
      <p:pic>
        <p:nvPicPr>
          <p:cNvPr id="8" name="Gráfico 7" descr="Wi Fi">
            <a:extLst>
              <a:ext uri="{FF2B5EF4-FFF2-40B4-BE49-F238E27FC236}">
                <a16:creationId xmlns:a16="http://schemas.microsoft.com/office/drawing/2014/main" id="{8D46119B-6F5A-401E-924A-EC4B204F3D9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55975" y="968051"/>
            <a:ext cx="3188737" cy="3188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3308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3E4F19A7-A959-40BB-972C-4880BAF8EB0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0</Words>
  <Application>Microsoft Office PowerPoint</Application>
  <PresentationFormat>Panorámica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jose reza</dc:creator>
  <cp:lastModifiedBy>jose reza</cp:lastModifiedBy>
  <cp:revision>1</cp:revision>
  <dcterms:created xsi:type="dcterms:W3CDTF">2020-08-06T19:10:56Z</dcterms:created>
  <dcterms:modified xsi:type="dcterms:W3CDTF">2020-08-06T19:15:30Z</dcterms:modified>
</cp:coreProperties>
</file>