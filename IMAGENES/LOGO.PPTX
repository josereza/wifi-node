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75" autoAdjust="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CF1DA-DC45-49CB-BC34-3CE26A39A54B}" type="datetimeFigureOut">
              <a:rPr lang="es-MX" smtClean="0"/>
              <a:t>29/06/2020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7CDD-C50C-4130-9753-AF632B1BF99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3157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CF1DA-DC45-49CB-BC34-3CE26A39A54B}" type="datetimeFigureOut">
              <a:rPr lang="es-MX" smtClean="0"/>
              <a:t>29/06/2020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7CDD-C50C-4130-9753-AF632B1BF99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42051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CF1DA-DC45-49CB-BC34-3CE26A39A54B}" type="datetimeFigureOut">
              <a:rPr lang="es-MX" smtClean="0"/>
              <a:t>29/06/2020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7CDD-C50C-4130-9753-AF632B1BF99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810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CF1DA-DC45-49CB-BC34-3CE26A39A54B}" type="datetimeFigureOut">
              <a:rPr lang="es-MX" smtClean="0"/>
              <a:t>29/06/2020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7CDD-C50C-4130-9753-AF632B1BF99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235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CF1DA-DC45-49CB-BC34-3CE26A39A54B}" type="datetimeFigureOut">
              <a:rPr lang="es-MX" smtClean="0"/>
              <a:t>29/06/2020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7CDD-C50C-4130-9753-AF632B1BF99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11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CF1DA-DC45-49CB-BC34-3CE26A39A54B}" type="datetimeFigureOut">
              <a:rPr lang="es-MX" smtClean="0"/>
              <a:t>29/06/2020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7CDD-C50C-4130-9753-AF632B1BF99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1442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CF1DA-DC45-49CB-BC34-3CE26A39A54B}" type="datetimeFigureOut">
              <a:rPr lang="es-MX" smtClean="0"/>
              <a:t>29/06/2020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7CDD-C50C-4130-9753-AF632B1BF99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265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CF1DA-DC45-49CB-BC34-3CE26A39A54B}" type="datetimeFigureOut">
              <a:rPr lang="es-MX" smtClean="0"/>
              <a:t>29/06/2020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7CDD-C50C-4130-9753-AF632B1BF99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1453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CF1DA-DC45-49CB-BC34-3CE26A39A54B}" type="datetimeFigureOut">
              <a:rPr lang="es-MX" smtClean="0"/>
              <a:t>29/06/2020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7CDD-C50C-4130-9753-AF632B1BF99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0515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CF1DA-DC45-49CB-BC34-3CE26A39A54B}" type="datetimeFigureOut">
              <a:rPr lang="es-MX" smtClean="0"/>
              <a:t>29/06/2020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7CDD-C50C-4130-9753-AF632B1BF99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5076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CF1DA-DC45-49CB-BC34-3CE26A39A54B}" type="datetimeFigureOut">
              <a:rPr lang="es-MX" smtClean="0"/>
              <a:t>29/06/2020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7CDD-C50C-4130-9753-AF632B1BF99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4690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CF1DA-DC45-49CB-BC34-3CE26A39A54B}" type="datetimeFigureOut">
              <a:rPr lang="es-MX" smtClean="0"/>
              <a:t>29/06/2020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347CDD-C50C-4130-9753-AF632B1BF99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61067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>
            <a:extLst>
              <a:ext uri="{FF2B5EF4-FFF2-40B4-BE49-F238E27FC236}">
                <a16:creationId xmlns:a16="http://schemas.microsoft.com/office/drawing/2014/main" id="{E30864C7-0954-4550-89AA-E2DF1E417431}"/>
              </a:ext>
            </a:extLst>
          </p:cNvPr>
          <p:cNvSpPr txBox="1"/>
          <p:nvPr/>
        </p:nvSpPr>
        <p:spPr>
          <a:xfrm>
            <a:off x="4291452" y="3806172"/>
            <a:ext cx="42492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600" b="1" dirty="0">
                <a:latin typeface="Arial Rounded MT Bold" panose="020F0704030504030204" pitchFamily="34" charset="0"/>
              </a:rPr>
              <a:t>Wifi </a:t>
            </a:r>
            <a:r>
              <a:rPr lang="es-MX" sz="6600" b="1" dirty="0" err="1">
                <a:latin typeface="Arial Rounded MT Bold" panose="020F0704030504030204" pitchFamily="34" charset="0"/>
              </a:rPr>
              <a:t>Node</a:t>
            </a:r>
            <a:endParaRPr lang="es-MX" sz="9600" b="1" dirty="0">
              <a:latin typeface="Arial Rounded MT Bold" panose="020F0704030504030204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10414B44-A3F1-4525-B15E-59C99353E7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075" t="17078" r="17970" b="45130"/>
          <a:stretch/>
        </p:blipFill>
        <p:spPr>
          <a:xfrm>
            <a:off x="5578851" y="3010538"/>
            <a:ext cx="2171798" cy="855778"/>
          </a:xfrm>
          <a:prstGeom prst="rect">
            <a:avLst/>
          </a:prstGeom>
        </p:spPr>
      </p:pic>
      <p:pic>
        <p:nvPicPr>
          <p:cNvPr id="25" name="Gráfico 24" descr="Wi-Fi">
            <a:extLst>
              <a:ext uri="{FF2B5EF4-FFF2-40B4-BE49-F238E27FC236}">
                <a16:creationId xmlns:a16="http://schemas.microsoft.com/office/drawing/2014/main" id="{E64FC12D-41FD-4900-BAAF-4760806BA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12293" y="1153715"/>
            <a:ext cx="2652457" cy="265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167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</TotalTime>
  <Words>2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Calibri Light</vt:lpstr>
      <vt:lpstr>Office Theme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reza</dc:creator>
  <cp:lastModifiedBy>jose reza</cp:lastModifiedBy>
  <cp:revision>12</cp:revision>
  <dcterms:created xsi:type="dcterms:W3CDTF">2020-06-28T04:42:02Z</dcterms:created>
  <dcterms:modified xsi:type="dcterms:W3CDTF">2020-06-30T03:38:48Z</dcterms:modified>
</cp:coreProperties>
</file>